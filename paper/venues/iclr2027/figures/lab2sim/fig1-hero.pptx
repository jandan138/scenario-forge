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9050000" cy="4476750"/>
  <p:notesSz cx="4476750" cy="1905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{"spec":"lab2sim-hero.figure-spec.json","mode":"inspired","canonical":"SVG","provenance":[{"id":"prov-reference-decisions","source":"fig1-reference-audit.md","section":"Reference-led decisions","claim":"Inspired editorial hierarchy and output-gallery allocation","applies_to":["rule-headers","result-region"],"status":"verified"},{"id":"prov-pipeline","source":"../../../../../docs/design/agent-driven-asset-generation-pipeline.md","section":"Five-stage pipeline","claim":"Evidence retrieval, spec freeze, generation, and ConvertAsset admission","applies_to":["stage-retrieve","stage-spec","stage-build","stage-admit"],"status":"verified"},{"id":"prov-oven-spec","source":"../../../../../docs/design/asset-specs/ika-oven-125.md","section":"Frozen manufacturer fields","claim":"OVEN 125 identity, door articulation, and shelf count","applies_to":["spec-body"],"status":"verified"},{"id":"prov-input-photo","source":"../../../../../external_artifacts/asset_evidence/ika-oven-125/image1.png","section":"Multimodal image request","claim":"Manufacturer photograph of IKA OVEN 125","applies_to":["input-catalog-photo"],"status":"user-provided"},{"id":"prov-fehling-r10","source":"../../../../../outputs/lab2sim_fig1_retake_20260917/fehling_r10/t30_hero_tabletop.png","section":"Figure 1 current-delivery scenes","claim":"Camera-only render of the Fehling r10 retained t30 scene state","applies_to":["scene-fehling"],"status":"verified"},{"id":"prov-powder-r4","source":"../../../../../outputs/task09_powder_bottle_r4_20260911/video/close_0960.png","section":"Figure 1 current-delivery scenes","claim":"Powder r4 observed-state replay with the HUD removed by a documented crop","applies_to":["scene-powder"],"status":"verified"},{"id":"prov-titration-r17","source":"../../../../../outputs/scientific_workbench_traditional_acid_base_titration_vr_r1_7_20260908/handoff/scientific_workbench_traditional_acid_base_titration_vr_r1_7/evidence/initial_scene/after_end_scale_scene_overview.png","section":"Figure 1 current-delivery scenes","claim":"Titration r1.7 endpoint scene overview","applies_to":["scene-titration"],"status":"verified"},{"id":"prov-oven-r2","source":"../../../../../outputs/scientific_workbench_task12_oven_unload_dual_glassware_vr_r2_20260904/handoff/scientific_workbench_task12_oven_unload_dual_glassware_vr_r2/evidence/initial_scene/open_oven_station.png","section":"Figure 1 current-delivery scenes","claim":"OVEN r2 open-door station with dual glassware","applies_to":["scene-oven"],"status":"verified"}],"limitations":"PptxGenJS uses editable native panels, text, and segmented connectors; rounded SVG connector geometry may differ from the canonical SVG."}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put-to-retrieve-segment-1"/>
          <p:cNvSpPr/>
          <p:nvPr/>
        </p:nvSpPr>
        <p:spPr>
          <a:xfrm>
            <a:off x="2476500" y="3048000"/>
            <a:ext cx="142875" cy="0"/>
          </a:xfrm>
          <a:prstGeom prst="line">
            <a:avLst/>
          </a:prstGeom>
          <a:noFill/>
          <a:ln w="38100">
            <a:solidFill>
              <a:srgbClr val="3F4855"/>
            </a:solidFill>
            <a:prstDash val="solid"/>
            <a:headEnd type="none"/>
            <a:tailEnd type="triangle"/>
          </a:ln>
        </p:spPr>
      </p:sp>
      <p:sp>
        <p:nvSpPr>
          <p:cNvPr id="3" name="retrieve-to-spec-segment-1"/>
          <p:cNvSpPr/>
          <p:nvPr/>
        </p:nvSpPr>
        <p:spPr>
          <a:xfrm>
            <a:off x="4095750" y="3048000"/>
            <a:ext cx="190500" cy="0"/>
          </a:xfrm>
          <a:prstGeom prst="line">
            <a:avLst/>
          </a:prstGeom>
          <a:noFill/>
          <a:ln w="38100">
            <a:solidFill>
              <a:srgbClr val="3F4855"/>
            </a:solidFill>
            <a:prstDash val="solid"/>
            <a:headEnd type="none"/>
            <a:tailEnd type="triangle"/>
          </a:ln>
        </p:spPr>
      </p:sp>
      <p:sp>
        <p:nvSpPr>
          <p:cNvPr id="4" name="spec-to-build-segment-1"/>
          <p:cNvSpPr/>
          <p:nvPr/>
        </p:nvSpPr>
        <p:spPr>
          <a:xfrm>
            <a:off x="6096000" y="3048000"/>
            <a:ext cx="190500" cy="0"/>
          </a:xfrm>
          <a:prstGeom prst="line">
            <a:avLst/>
          </a:prstGeom>
          <a:noFill/>
          <a:ln w="38100">
            <a:solidFill>
              <a:srgbClr val="3F4855"/>
            </a:solidFill>
            <a:prstDash val="solid"/>
            <a:headEnd type="none"/>
            <a:tailEnd type="triangle"/>
          </a:ln>
        </p:spPr>
      </p:sp>
      <p:sp>
        <p:nvSpPr>
          <p:cNvPr id="5" name="build-to-admit-segment-1"/>
          <p:cNvSpPr/>
          <p:nvPr/>
        </p:nvSpPr>
        <p:spPr>
          <a:xfrm>
            <a:off x="7381875" y="3048000"/>
            <a:ext cx="190500" cy="0"/>
          </a:xfrm>
          <a:prstGeom prst="line">
            <a:avLst/>
          </a:prstGeom>
          <a:noFill/>
          <a:ln w="38100">
            <a:solidFill>
              <a:srgbClr val="3F4855"/>
            </a:solidFill>
            <a:prstDash val="solid"/>
            <a:headEnd type="none"/>
            <a:tailEnd type="triangle"/>
          </a:ln>
        </p:spPr>
      </p:sp>
      <p:sp>
        <p:nvSpPr>
          <p:cNvPr id="6" name="admit-to-results-segment-1"/>
          <p:cNvSpPr/>
          <p:nvPr/>
        </p:nvSpPr>
        <p:spPr>
          <a:xfrm>
            <a:off x="8953500" y="3048000"/>
            <a:ext cx="190500" cy="0"/>
          </a:xfrm>
          <a:prstGeom prst="line">
            <a:avLst/>
          </a:prstGeom>
          <a:noFill/>
          <a:ln w="38100">
            <a:solidFill>
              <a:srgbClr val="3F4855"/>
            </a:solidFill>
            <a:prstDash val="solid"/>
            <a:headEnd type="none"/>
            <a:tailEnd type="triangle"/>
          </a:ln>
        </p:spPr>
      </p:sp>
      <p:sp>
        <p:nvSpPr>
          <p:cNvPr id="7" name="rule-headers"/>
          <p:cNvSpPr/>
          <p:nvPr/>
        </p:nvSpPr>
        <p:spPr>
          <a:xfrm>
            <a:off x="238125" y="800100"/>
            <a:ext cx="18573750" cy="28575"/>
          </a:xfrm>
          <a:prstGeom prst="roundRect">
            <a:avLst/>
          </a:prstGeom>
          <a:solidFill>
            <a:srgbClr val="C5CFDA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8" name="rule-headers-title"/>
          <p:cNvSpPr/>
          <p:nvPr/>
        </p:nvSpPr>
        <p:spPr>
          <a:xfrm>
            <a:off x="409575" y="876300"/>
            <a:ext cx="1823085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sp>
        <p:nvSpPr>
          <p:cNvPr id="9" name="input-evidence"/>
          <p:cNvSpPr/>
          <p:nvPr/>
        </p:nvSpPr>
        <p:spPr>
          <a:xfrm>
            <a:off x="238125" y="1619250"/>
            <a:ext cx="2238375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10" name="input-evidence-title"/>
          <p:cNvSpPr/>
          <p:nvPr/>
        </p:nvSpPr>
        <p:spPr>
          <a:xfrm>
            <a:off x="409575" y="1695450"/>
            <a:ext cx="1895475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sp>
        <p:nvSpPr>
          <p:cNvPr id="11" name="stage-retrieve"/>
          <p:cNvSpPr/>
          <p:nvPr/>
        </p:nvSpPr>
        <p:spPr>
          <a:xfrm>
            <a:off x="2619375" y="1619250"/>
            <a:ext cx="1476375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12" name="stage-retrieve-title"/>
          <p:cNvSpPr/>
          <p:nvPr/>
        </p:nvSpPr>
        <p:spPr>
          <a:xfrm>
            <a:off x="2790825" y="1695450"/>
            <a:ext cx="11334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13" name="stage-spec"/>
          <p:cNvSpPr/>
          <p:nvPr/>
        </p:nvSpPr>
        <p:spPr>
          <a:xfrm>
            <a:off x="4286250" y="1619250"/>
            <a:ext cx="1809750" cy="2476500"/>
          </a:xfrm>
          <a:prstGeom prst="roundRect">
            <a:avLst/>
          </a:prstGeom>
          <a:solidFill>
            <a:srgbClr val="FFF8EE"/>
          </a:solidFill>
          <a:ln w="38100">
            <a:solidFill>
              <a:srgbClr val="C96A0A"/>
            </a:solidFill>
            <a:prstDash val="solid"/>
          </a:ln>
        </p:spPr>
      </p:sp>
      <p:sp>
        <p:nvSpPr>
          <p:cNvPr id="14" name="stage-spec-title"/>
          <p:cNvSpPr/>
          <p:nvPr/>
        </p:nvSpPr>
        <p:spPr>
          <a:xfrm>
            <a:off x="4457700" y="1695450"/>
            <a:ext cx="1466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15" name="stage-build"/>
          <p:cNvSpPr/>
          <p:nvPr/>
        </p:nvSpPr>
        <p:spPr>
          <a:xfrm>
            <a:off x="6286500" y="1619250"/>
            <a:ext cx="1095375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16" name="stage-build-title"/>
          <p:cNvSpPr/>
          <p:nvPr/>
        </p:nvSpPr>
        <p:spPr>
          <a:xfrm>
            <a:off x="6457950" y="1695450"/>
            <a:ext cx="7524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17" name="stage-admit"/>
          <p:cNvSpPr/>
          <p:nvPr/>
        </p:nvSpPr>
        <p:spPr>
          <a:xfrm>
            <a:off x="7572375" y="1619250"/>
            <a:ext cx="1381125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18" name="stage-admit-title"/>
          <p:cNvSpPr/>
          <p:nvPr/>
        </p:nvSpPr>
        <p:spPr>
          <a:xfrm>
            <a:off x="7743825" y="1695450"/>
            <a:ext cx="1038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19" name="admit-pass-badge"/>
          <p:cNvSpPr/>
          <p:nvPr/>
        </p:nvSpPr>
        <p:spPr>
          <a:xfrm>
            <a:off x="7734300" y="3429000"/>
            <a:ext cx="1047750" cy="3429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E7C6B"/>
            </a:solidFill>
            <a:prstDash val="solid"/>
          </a:ln>
        </p:spPr>
      </p:sp>
      <p:sp>
        <p:nvSpPr>
          <p:cNvPr id="20" name="admit-pass-badge-title"/>
          <p:cNvSpPr/>
          <p:nvPr/>
        </p:nvSpPr>
        <p:spPr>
          <a:xfrm>
            <a:off x="7905750" y="3505200"/>
            <a:ext cx="70485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sp>
        <p:nvSpPr>
          <p:cNvPr id="21" name="result-region"/>
          <p:cNvSpPr/>
          <p:nvPr/>
        </p:nvSpPr>
        <p:spPr>
          <a:xfrm>
            <a:off x="9172575" y="990600"/>
            <a:ext cx="9658350" cy="32004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2" name="result-region-title"/>
          <p:cNvSpPr/>
          <p:nvPr/>
        </p:nvSpPr>
        <p:spPr>
          <a:xfrm>
            <a:off x="9344025" y="1066800"/>
            <a:ext cx="931545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sp>
        <p:nvSpPr>
          <p:cNvPr id="23" name="result-fehling"/>
          <p:cNvSpPr/>
          <p:nvPr/>
        </p:nvSpPr>
        <p:spPr>
          <a:xfrm>
            <a:off x="9191625" y="1619250"/>
            <a:ext cx="2266950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24" name="result-fehling-title"/>
          <p:cNvSpPr/>
          <p:nvPr/>
        </p:nvSpPr>
        <p:spPr>
          <a:xfrm>
            <a:off x="9363075" y="1695450"/>
            <a:ext cx="192405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sp>
        <p:nvSpPr>
          <p:cNvPr id="25" name="result-powder"/>
          <p:cNvSpPr/>
          <p:nvPr/>
        </p:nvSpPr>
        <p:spPr>
          <a:xfrm>
            <a:off x="11649075" y="1619250"/>
            <a:ext cx="2266950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26" name="result-powder-title"/>
          <p:cNvSpPr/>
          <p:nvPr/>
        </p:nvSpPr>
        <p:spPr>
          <a:xfrm>
            <a:off x="11820525" y="1695450"/>
            <a:ext cx="192405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sp>
        <p:nvSpPr>
          <p:cNvPr id="27" name="result-titration"/>
          <p:cNvSpPr/>
          <p:nvPr/>
        </p:nvSpPr>
        <p:spPr>
          <a:xfrm>
            <a:off x="14106525" y="1619250"/>
            <a:ext cx="2266950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28" name="result-titration-title"/>
          <p:cNvSpPr/>
          <p:nvPr/>
        </p:nvSpPr>
        <p:spPr>
          <a:xfrm>
            <a:off x="14277975" y="1695450"/>
            <a:ext cx="192405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sp>
        <p:nvSpPr>
          <p:cNvPr id="29" name="result-oven"/>
          <p:cNvSpPr/>
          <p:nvPr/>
        </p:nvSpPr>
        <p:spPr>
          <a:xfrm>
            <a:off x="16563975" y="1619250"/>
            <a:ext cx="2266950" cy="2476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5CFDA"/>
            </a:solidFill>
            <a:prstDash val="solid"/>
          </a:ln>
        </p:spPr>
      </p:sp>
      <p:sp>
        <p:nvSpPr>
          <p:cNvPr id="30" name="result-oven-title"/>
          <p:cNvSpPr/>
          <p:nvPr/>
        </p:nvSpPr>
        <p:spPr>
          <a:xfrm>
            <a:off x="16735425" y="1695450"/>
            <a:ext cx="192405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50" dirty="0"/>
          </a:p>
        </p:txBody>
      </p:sp>
      <p:pic>
        <p:nvPicPr>
          <p:cNvPr id="31" name="input-text-icon" descr="Wet-lab protocol text symbo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575" y="1714500"/>
            <a:ext cx="304800" cy="304800"/>
          </a:xfrm>
          <a:prstGeom prst="rect">
            <a:avLst/>
          </a:prstGeom>
        </p:spPr>
      </p:pic>
      <p:pic>
        <p:nvPicPr>
          <p:cNvPr id="32" name="input-image-icon" descr="Catalog image request symbo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575" y="2114550"/>
            <a:ext cx="304800" cy="304800"/>
          </a:xfrm>
          <a:prstGeom prst="rect">
            <a:avLst/>
          </a:prstGeom>
        </p:spPr>
      </p:pic>
      <p:pic>
        <p:nvPicPr>
          <p:cNvPr id="33" name="input-catalog-photo" descr="IKA OVEN 125 manufacturer catalog image used as an image reque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" y="2933700"/>
            <a:ext cx="1895475" cy="1104900"/>
          </a:xfrm>
          <a:prstGeom prst="rect">
            <a:avLst/>
          </a:prstGeom>
        </p:spPr>
      </p:pic>
      <p:pic>
        <p:nvPicPr>
          <p:cNvPr id="34" name="input-video-icon" descr="Wet-lab demonstration video symbol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575" y="2514600"/>
            <a:ext cx="304800" cy="304800"/>
          </a:xfrm>
          <a:prstGeom prst="rect">
            <a:avLst/>
          </a:prstGeom>
        </p:spPr>
      </p:pic>
      <p:pic>
        <p:nvPicPr>
          <p:cNvPr id="35" name="retrieve-icon" descr="Manufacturer evidence retrieval symbol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4200" y="2343150"/>
            <a:ext cx="457200" cy="457200"/>
          </a:xfrm>
          <a:prstGeom prst="rect">
            <a:avLst/>
          </a:prstGeom>
        </p:spPr>
      </p:pic>
      <p:pic>
        <p:nvPicPr>
          <p:cNvPr id="36" name="build-icon" descr="Blender-to-USD generation symbol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0825" y="2343150"/>
            <a:ext cx="457200" cy="457200"/>
          </a:xfrm>
          <a:prstGeom prst="rect">
            <a:avLst/>
          </a:prstGeom>
        </p:spPr>
      </p:pic>
      <p:pic>
        <p:nvPicPr>
          <p:cNvPr id="37" name="scene-fehling" descr="Fehling r10 current-delivery Isaac scene with bath and tube rac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1625" y="1619250"/>
            <a:ext cx="2266950" cy="1828800"/>
          </a:xfrm>
          <a:prstGeom prst="rect">
            <a:avLst/>
          </a:prstGeom>
        </p:spPr>
      </p:pic>
      <p:pic>
        <p:nvPicPr>
          <p:cNvPr id="38" name="scene-powder" descr="Powder r4 current-delivery Isaac scene with scoop over bottl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49075" y="1619250"/>
            <a:ext cx="2266950" cy="1828800"/>
          </a:xfrm>
          <a:prstGeom prst="rect">
            <a:avLst/>
          </a:prstGeom>
        </p:spPr>
      </p:pic>
      <p:pic>
        <p:nvPicPr>
          <p:cNvPr id="39" name="scene-titration" descr="Titration r1.7 current-delivery Isaac scene at endpoin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06525" y="1619250"/>
            <a:ext cx="2266950" cy="1828800"/>
          </a:xfrm>
          <a:prstGeom prst="rect">
            <a:avLst/>
          </a:prstGeom>
        </p:spPr>
      </p:pic>
      <p:pic>
        <p:nvPicPr>
          <p:cNvPr id="40" name="scene-oven" descr="OVEN r2 current-delivery Isaac scene with open door and glasswar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63975" y="1619250"/>
            <a:ext cx="2266950" cy="1828800"/>
          </a:xfrm>
          <a:prstGeom prst="rect">
            <a:avLst/>
          </a:prstGeom>
        </p:spPr>
      </p:pic>
      <p:sp>
        <p:nvSpPr>
          <p:cNvPr id="41" name="heading-input"/>
          <p:cNvSpPr/>
          <p:nvPr/>
        </p:nvSpPr>
        <p:spPr>
          <a:xfrm>
            <a:off x="238125" y="228600"/>
            <a:ext cx="223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Input</a:t>
            </a:r>
            <a:endParaRPr lang="en-US" sz="3450" dirty="0"/>
          </a:p>
        </p:txBody>
      </p:sp>
      <p:sp>
        <p:nvSpPr>
          <p:cNvPr id="42" name="heading-agent"/>
          <p:cNvSpPr/>
          <p:nvPr/>
        </p:nvSpPr>
        <p:spPr>
          <a:xfrm>
            <a:off x="2619375" y="228600"/>
            <a:ext cx="5857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Lab2Sim agent</a:t>
            </a:r>
            <a:endParaRPr lang="en-US" sz="3450" dirty="0"/>
          </a:p>
        </p:txBody>
      </p:sp>
      <p:sp>
        <p:nvSpPr>
          <p:cNvPr id="43" name="heading-results"/>
          <p:cNvSpPr/>
          <p:nvPr/>
        </p:nvSpPr>
        <p:spPr>
          <a:xfrm>
            <a:off x="9191625" y="228600"/>
            <a:ext cx="962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Robot-ready Isaac scenes</a:t>
            </a:r>
            <a:endParaRPr lang="en-US" sz="3450" dirty="0"/>
          </a:p>
        </p:txBody>
      </p:sp>
      <p:sp>
        <p:nvSpPr>
          <p:cNvPr id="44" name="stage-title-search"/>
          <p:cNvSpPr/>
          <p:nvPr/>
        </p:nvSpPr>
        <p:spPr>
          <a:xfrm>
            <a:off x="2619375" y="1733550"/>
            <a:ext cx="1476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</a:t>
            </a:r>
            <a:endParaRPr lang="en-US" sz="2700" dirty="0"/>
          </a:p>
        </p:txBody>
      </p:sp>
      <p:sp>
        <p:nvSpPr>
          <p:cNvPr id="45" name="stage-title-spec"/>
          <p:cNvSpPr/>
          <p:nvPr/>
        </p:nvSpPr>
        <p:spPr>
          <a:xfrm>
            <a:off x="4286250" y="173355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Spec</a:t>
            </a:r>
            <a:endParaRPr lang="en-US" sz="2700" dirty="0"/>
          </a:p>
        </p:txBody>
      </p:sp>
      <p:sp>
        <p:nvSpPr>
          <p:cNvPr id="46" name="stage-title-build"/>
          <p:cNvSpPr/>
          <p:nvPr/>
        </p:nvSpPr>
        <p:spPr>
          <a:xfrm>
            <a:off x="6286500" y="1733550"/>
            <a:ext cx="1095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Build</a:t>
            </a:r>
            <a:endParaRPr lang="en-US" sz="2700" dirty="0"/>
          </a:p>
        </p:txBody>
      </p:sp>
      <p:sp>
        <p:nvSpPr>
          <p:cNvPr id="47" name="stage-title-admit"/>
          <p:cNvSpPr/>
          <p:nvPr/>
        </p:nvSpPr>
        <p:spPr>
          <a:xfrm>
            <a:off x="7572375" y="1733550"/>
            <a:ext cx="13811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Admit</a:t>
            </a:r>
            <a:endParaRPr lang="en-US" sz="2700" dirty="0"/>
          </a:p>
        </p:txBody>
      </p:sp>
      <p:sp>
        <p:nvSpPr>
          <p:cNvPr id="48" name="input-modalities"/>
          <p:cNvSpPr/>
          <p:nvPr/>
        </p:nvSpPr>
        <p:spPr>
          <a:xfrm>
            <a:off x="828675" y="1695450"/>
            <a:ext cx="147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Text</a:t>
            </a:r>
            <a:endParaRPr lang="en-US" sz="2250" dirty="0"/>
          </a:p>
        </p:txBody>
      </p:sp>
      <p:sp>
        <p:nvSpPr>
          <p:cNvPr id="49" name="input-image-label"/>
          <p:cNvSpPr/>
          <p:nvPr/>
        </p:nvSpPr>
        <p:spPr>
          <a:xfrm>
            <a:off x="828675" y="2095500"/>
            <a:ext cx="147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Image</a:t>
            </a:r>
            <a:endParaRPr lang="en-US" sz="2250" dirty="0"/>
          </a:p>
        </p:txBody>
      </p:sp>
      <p:sp>
        <p:nvSpPr>
          <p:cNvPr id="50" name="input-video-label"/>
          <p:cNvSpPr/>
          <p:nvPr/>
        </p:nvSpPr>
        <p:spPr>
          <a:xfrm>
            <a:off x="828675" y="2495550"/>
            <a:ext cx="147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Video</a:t>
            </a:r>
            <a:endParaRPr lang="en-US" sz="2250" dirty="0"/>
          </a:p>
        </p:txBody>
      </p:sp>
      <p:sp>
        <p:nvSpPr>
          <p:cNvPr id="51" name="retrieve-body"/>
          <p:cNvSpPr/>
          <p:nvPr/>
        </p:nvSpPr>
        <p:spPr>
          <a:xfrm>
            <a:off x="2667000" y="2914650"/>
            <a:ext cx="1381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3F48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Web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dirty="0">
                <a:solidFill>
                  <a:srgbClr val="3F48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docs</a:t>
            </a:r>
            <a:endParaRPr lang="en-US" sz="2550" dirty="0"/>
          </a:p>
        </p:txBody>
      </p:sp>
      <p:sp>
        <p:nvSpPr>
          <p:cNvPr id="52" name="spec-body"/>
          <p:cNvSpPr/>
          <p:nvPr/>
        </p:nvSpPr>
        <p:spPr>
          <a:xfrm>
            <a:off x="4333875" y="2343150"/>
            <a:ext cx="1714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OVEN 125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DOOR 180°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SHELF ×6</a:t>
            </a:r>
            <a:endParaRPr lang="en-US" sz="2250" dirty="0"/>
          </a:p>
        </p:txBody>
      </p:sp>
      <p:sp>
        <p:nvSpPr>
          <p:cNvPr id="53" name="build-body"/>
          <p:cNvSpPr/>
          <p:nvPr/>
        </p:nvSpPr>
        <p:spPr>
          <a:xfrm>
            <a:off x="6334125" y="2914650"/>
            <a:ext cx="1000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3F48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USD</a:t>
            </a:r>
            <a:endParaRPr lang="en-US" sz="2550" dirty="0"/>
          </a:p>
        </p:txBody>
      </p:sp>
      <p:sp>
        <p:nvSpPr>
          <p:cNvPr id="54" name="admit-body"/>
          <p:cNvSpPr/>
          <p:nvPr/>
        </p:nvSpPr>
        <p:spPr>
          <a:xfrm>
            <a:off x="7600950" y="2286000"/>
            <a:ext cx="132397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3F48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Convert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dirty="0">
                <a:solidFill>
                  <a:srgbClr val="3F48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Asset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dirty="0">
                <a:solidFill>
                  <a:srgbClr val="3F48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PhysX</a:t>
            </a:r>
            <a:endParaRPr lang="en-US" sz="2550" dirty="0"/>
          </a:p>
        </p:txBody>
      </p:sp>
      <p:sp>
        <p:nvSpPr>
          <p:cNvPr id="55" name="admit-status"/>
          <p:cNvSpPr/>
          <p:nvPr/>
        </p:nvSpPr>
        <p:spPr>
          <a:xfrm>
            <a:off x="7734300" y="342900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E7C6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PASS</a:t>
            </a:r>
            <a:endParaRPr lang="en-US" sz="2250" dirty="0"/>
          </a:p>
        </p:txBody>
      </p:sp>
      <p:sp>
        <p:nvSpPr>
          <p:cNvPr id="56" name="label-fehling"/>
          <p:cNvSpPr/>
          <p:nvPr/>
        </p:nvSpPr>
        <p:spPr>
          <a:xfrm>
            <a:off x="9305925" y="3524250"/>
            <a:ext cx="2038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Fehling</a:t>
            </a:r>
            <a:endParaRPr lang="en-US" sz="2700" dirty="0"/>
          </a:p>
        </p:txBody>
      </p:sp>
      <p:sp>
        <p:nvSpPr>
          <p:cNvPr id="57" name="label-powder"/>
          <p:cNvSpPr/>
          <p:nvPr/>
        </p:nvSpPr>
        <p:spPr>
          <a:xfrm>
            <a:off x="11763375" y="3524250"/>
            <a:ext cx="2038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Powder</a:t>
            </a:r>
            <a:endParaRPr lang="en-US" sz="2700" dirty="0"/>
          </a:p>
        </p:txBody>
      </p:sp>
      <p:sp>
        <p:nvSpPr>
          <p:cNvPr id="58" name="label-titration"/>
          <p:cNvSpPr/>
          <p:nvPr/>
        </p:nvSpPr>
        <p:spPr>
          <a:xfrm>
            <a:off x="14220825" y="3524250"/>
            <a:ext cx="2038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Titration</a:t>
            </a:r>
            <a:endParaRPr lang="en-US" sz="2700" dirty="0"/>
          </a:p>
        </p:txBody>
      </p:sp>
      <p:sp>
        <p:nvSpPr>
          <p:cNvPr id="59" name="label-oven"/>
          <p:cNvSpPr/>
          <p:nvPr/>
        </p:nvSpPr>
        <p:spPr>
          <a:xfrm>
            <a:off x="16678275" y="3524250"/>
            <a:ext cx="2038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OVEN 125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Lab2Sim editorial story hero</dc:title>
  <dc:subject>Editable projection of a canonical scientific figure specification</dc:subject>
  <dc:creator>build-scientific-figures</dc:creator>
  <cp:lastModifiedBy>build-scientific-figures</cp:lastModifiedBy>
  <cp:revision>1</cp:revision>
  <dcterms:created xsi:type="dcterms:W3CDTF">2026-09-17T12:51:13Z</dcterms:created>
  <dcterms:modified xsi:type="dcterms:W3CDTF">2026-09-17T12:51:13Z</dcterms:modified>
</cp:coreProperties>
</file>